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5108-7FC3-35FE-2BD7-DB180C1F3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7A4B4-EAC7-E4BF-CE85-339D3D210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12BFC-4FBC-4118-AA13-7B680F22A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9F7BD-D728-F550-79EB-CBEAE3BE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E48B-4C2C-51F7-303E-07A09002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1354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4437-E9BE-D276-2398-92C5DCA6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90C4E-DE7D-5F3F-EC1A-F7D6B75D6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403CA-E771-53AA-2BAE-D66C219BA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1ECF-9262-F29F-3FBE-7A8F7CEE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7E062-6FF8-1133-9B49-DB59E281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3942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54D1-2123-5292-BE96-55BE551D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0D018-549B-D32D-BA5C-B1C89888D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B0048-76ED-3BCD-8BBB-1165E17E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A34C1-580E-45AD-4996-7A7C6EAA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8640-3AF3-D9CA-3B20-D2FBCDAB2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6307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110E-DD60-0CA3-F179-F565EA608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7949-8C37-CC2C-520F-459A029DF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8454A-5C91-E4C3-4504-0BEFD5B77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18164-58DC-9DEE-85CB-0E8ABE63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33F18-326D-DAE4-126E-5A6E0C9E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D2A21-E70B-D6A8-016F-4198AEC9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0631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735D-12BB-1BE3-6F71-C1204879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4A511-81A6-05B6-0939-0A2B65680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C3EFA-271C-DB1E-2FA8-EE593D7BF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D66CD-5428-C13F-4B80-07DBD157D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1CDDC3-D015-17A9-CFCF-E0558B55B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BD129-01EB-9FCC-D4E7-AFC8A592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980844-1B58-B50F-D06B-A02579E6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5A2767-D385-4E07-1DD1-2E9E8728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72738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2A77-9CB1-71E4-CB7B-13226D9E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D7BB3-B4FE-4EDF-8A68-50A9030E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EC1FF-A2DA-9E8F-B573-FEFE2EC8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C584A-7887-6BD7-2B8F-D20CADFA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8058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8B562-439F-9855-6FB9-30519334E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712AF-D334-11CA-296A-62D8A84D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E5B2F-08C0-561E-36FC-77BB43C0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5165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196E-5771-5C01-78A8-C06CC0EBC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B2B13-F8A8-9291-5414-7455C84B5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91A6A-0D1B-1FCE-6041-91C1CA098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B2BF7-E327-9F0A-82EB-F39D12E8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4A94D-E467-D1C7-D6A9-13C70035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AD6A0-C66C-0C41-7079-0FE6E61A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0617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B909-E44F-9993-D5A8-2DF3A3625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2F5CF-A857-3215-C4DD-CE9DBD2C2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2F3AB-7F0B-F932-55D5-9CC09ECDD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681ED-2FDC-DFAA-E58E-127D63DDF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BF5C6-02CC-2F66-D016-067A74328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2303C-C25D-F649-DC19-8153DD52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51643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3294A-021C-30BA-F140-E43D6ED9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4A184-9DE3-D893-0224-93A868A99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07158-8DD6-6B47-EE38-E49D4D92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D4115-F0CC-9182-69CA-2B908BC1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86E6-469F-660E-C19D-69AA9432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76192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993B5-6294-8129-0CB0-26778BCBF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943F9-86FA-5E36-9C60-55BC9D9E5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5B44-E157-D32D-01BA-F7FCEC30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57564-D5A7-061F-E769-2D905EE2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3EFC7-113D-A2E3-ADDB-667656EC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81196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1B295-976D-8ACE-BCC5-F59DB6C5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CEE01-6614-8A5C-E992-A60EA437C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7E955-5146-390A-BBA8-98AD62615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309AD-3823-420A-9443-BA9FF6AB6CAE}" type="datetimeFigureOut">
              <a:rPr lang="vi-VN" smtClean="0"/>
              <a:t>28/12/2025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0B93E-7A1E-8074-9E7F-C16F7A14E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44222-9BE8-D507-C2DB-CBF023CE2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20576-6BC8-4E5D-A4B9-F72BB6BE9D4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705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AI-generated content may be incorrect.">
            <a:extLst>
              <a:ext uri="{FF2B5EF4-FFF2-40B4-BE49-F238E27FC236}">
                <a16:creationId xmlns:a16="http://schemas.microsoft.com/office/drawing/2014/main" id="{7B6CB48D-E3E6-6EB9-4EA6-DE4C8BF7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"/>
            <a:ext cx="12192000" cy="684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68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30CC5-1AE0-E35A-B2DF-5AE77473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467961-4832-C62A-3F11-1197E5C0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"/>
            <a:ext cx="12192000" cy="684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81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EA41-AF99-9E85-6477-C1A1FE05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6CFAF5-F3CE-FA46-FCDE-3BA2F55A9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"/>
            <a:ext cx="12192000" cy="684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90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4E0EB-3829-7482-0268-49489D56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E5C3B42-EA47-394A-B3DE-256ACD54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"/>
            <a:ext cx="12192000" cy="684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279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7B5D-8391-828A-5331-8039C694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EB0DAC-84C3-1F96-34C1-5E10F8002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"/>
            <a:ext cx="12192000" cy="684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59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3B4B-8A07-E04A-54B0-F6BCEBB37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EF9045-3711-0612-ED03-7D469B9BB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"/>
            <a:ext cx="12192000" cy="684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81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E935-A94E-90FC-438E-A33C9CA01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931447-D42D-8D50-A54C-0E8B4BFFB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"/>
            <a:ext cx="12192000" cy="684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10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A17C-7785-9400-E28A-0798E33C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9B3142-AFC5-0BEF-E5F2-F5B32BB49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"/>
            <a:ext cx="12192000" cy="684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91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D785-6CAC-E15D-391E-FA06918B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!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26646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Cảm ơn thầy và các bạn đã lắng nghe!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Hồ Dũng</dc:creator>
  <cp:lastModifiedBy>Hồ Dũng</cp:lastModifiedBy>
  <cp:revision>1</cp:revision>
  <dcterms:created xsi:type="dcterms:W3CDTF">2025-12-28T16:00:03Z</dcterms:created>
  <dcterms:modified xsi:type="dcterms:W3CDTF">2025-12-28T16:10:50Z</dcterms:modified>
</cp:coreProperties>
</file>